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674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2240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12/13/2021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01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6939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6781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12/13/2021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9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12/13/2021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98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D291B17-9318-49DB-B28B-6E5994AE9581}" type="datetime1">
              <a:rPr lang="en-US" smtClean="0"/>
              <a:t>12/13/2021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0007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12/13/2021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58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6474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4487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291B17-9318-49DB-B28B-6E5994AE9581}" type="datetime1">
              <a:rPr lang="en-US" smtClean="0"/>
              <a:t>12/13/2021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407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2632A-54C0-499D-B04C-5DDEF3B941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dirty="0"/>
              <a:t>C</a:t>
            </a:r>
            <a:r>
              <a:rPr lang="en-US" sz="4800" dirty="0"/>
              <a:t>ollegiate Basketball Strength of Schedule Analysis on Time Rested and Distance Traveled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9B0FC-9FED-4319-B7A7-8B34065111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Performed by Jared Grooms</a:t>
            </a:r>
          </a:p>
        </p:txBody>
      </p:sp>
    </p:spTree>
    <p:extLst>
      <p:ext uri="{BB962C8B-B14F-4D97-AF65-F5344CB8AC3E}">
        <p14:creationId xmlns:p14="http://schemas.microsoft.com/office/powerpoint/2010/main" val="1807478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48676-1897-4992-B830-A1D99BF5A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27896"/>
          </a:xfrm>
        </p:spPr>
        <p:txBody>
          <a:bodyPr>
            <a:noAutofit/>
          </a:bodyPr>
          <a:lstStyle/>
          <a:p>
            <a:r>
              <a:rPr lang="en-US" sz="3600" dirty="0"/>
              <a:t>Total Distance Traveled and Time Rested Proved to be Significant Factors on Basketball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97BDC-11E5-4DA2-8409-1831D8893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was collected from basketball-reference for each </a:t>
            </a:r>
            <a:r>
              <a:rPr lang="en-US" u="sng" dirty="0"/>
              <a:t>Division 1 college basketball</a:t>
            </a:r>
            <a:r>
              <a:rPr lang="en-US" dirty="0"/>
              <a:t> team from the </a:t>
            </a:r>
            <a:r>
              <a:rPr lang="en-US" u="sng" dirty="0"/>
              <a:t>2018-2109 season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Distance traveled was computed using Google Maps and the ggmap package in 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performance metrics are from the </a:t>
            </a:r>
            <a:r>
              <a:rPr lang="en-US" u="sng" dirty="0"/>
              <a:t>traveling team’s point of 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metrics were analyzed using random forest, linear regression, and gradient boosting models with </a:t>
            </a:r>
            <a:r>
              <a:rPr lang="en-US" u="sng" dirty="0"/>
              <a:t>time rested and distance traveled as predictors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u="sng" dirty="0"/>
              <a:t>Point Margin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u="sng" dirty="0"/>
              <a:t>Field Goal Percentage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u="sng" dirty="0"/>
              <a:t>Turnover Ratio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u="sng" dirty="0"/>
              <a:t>Personal Fouls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u="sng" dirty="0"/>
              <a:t>Win/Loss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</a:t>
            </a:r>
            <a:r>
              <a:rPr lang="en-US" u="sng" dirty="0"/>
              <a:t>metrics had trends that could be graphed</a:t>
            </a:r>
            <a:r>
              <a:rPr lang="en-US" dirty="0"/>
              <a:t>, but the effect size still needs to be determined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5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B7CED-CFDD-44AE-AF06-2ABDD345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Distance Traveled and Home Team Rest Negatively Impacted Point Margin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B2126E-A931-41D8-B911-BE52D9C20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09" y="640080"/>
            <a:ext cx="5003800" cy="3602736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35ADD-984A-4879-8922-D6965DE7C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891" y="640080"/>
            <a:ext cx="5003800" cy="3602736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494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49787C-5F8A-4A31-98FA-39C163161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Distance Traveled and Home Team Rest Negatively Impacted Turnover Ratio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9630E-D300-4AC5-958E-5EF94D77D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09" y="640080"/>
            <a:ext cx="5003800" cy="3602736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E15B8-7BA3-4658-AB65-9C8B43256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891" y="640080"/>
            <a:ext cx="5003800" cy="3602736"/>
          </a:xfrm>
          <a:prstGeom prst="rect">
            <a:avLst/>
          </a:prstGeom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669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D08EA-6D15-4B74-90D2-360BB15D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Distance Traveled  Negatively Impacted Field Goal Percentage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567FBB-CCEC-42CD-832B-B5A004D12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678761"/>
            <a:ext cx="6912217" cy="4976796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29451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7BB71C-37CF-4BED-830C-90BB836C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Away Team Struggled to Shoot Over 50% and Home Team Rest Continued to Negatively Impact Percentage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EFBEB7-D1D4-459A-BCF5-3444EF587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09" y="640080"/>
            <a:ext cx="5003800" cy="3602736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65B6B6-C707-440F-A6C5-BFA2951E2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891" y="640080"/>
            <a:ext cx="5003800" cy="3602736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2061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026C8-FFD3-484B-8F38-59583AC6E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>
                <a:solidFill>
                  <a:schemeClr val="tx1">
                    <a:lumMod val="85000"/>
                    <a:lumOff val="15000"/>
                  </a:schemeClr>
                </a:solidFill>
              </a:rPr>
              <a:t>Distance Traveled Negatively Impacted Number of Personal Fouls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54F11-EE52-472C-B2BD-2F4C706B8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678761"/>
            <a:ext cx="6912217" cy="497679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30811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0DF9D-BED7-4CDA-881A-010CBCB69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Effect on Number of Personal Fouls by Time Rested was Unclear and may Need Further Analysis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5D074-003A-4F8E-ACCC-7C8160404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09" y="640080"/>
            <a:ext cx="5003800" cy="360273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656EEF-3A63-4586-A8C5-6A80E8EC5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891" y="640080"/>
            <a:ext cx="5003800" cy="3602736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73801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8C3C-BCE8-4B9A-8A9B-917B90A21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Models Produced Significant Results; Incorporating Results Should be Next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19771-09C8-4C58-BE7A-3EFD265F7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Producing a </a:t>
            </a:r>
            <a:r>
              <a:rPr lang="en-US" u="sng" dirty="0"/>
              <a:t>better strength of schedule metric is plausible </a:t>
            </a:r>
            <a:r>
              <a:rPr lang="en-US" dirty="0"/>
              <a:t>using distance traveled and time rested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Models could be used to determine </a:t>
            </a:r>
            <a:r>
              <a:rPr lang="en-US" u="sng" dirty="0"/>
              <a:t>how much weight </a:t>
            </a:r>
            <a:r>
              <a:rPr lang="en-US" dirty="0"/>
              <a:t>should be placed </a:t>
            </a:r>
            <a:r>
              <a:rPr lang="en-US" u="sng" dirty="0"/>
              <a:t>on teams that travel more or rest more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u="sng" dirty="0"/>
              <a:t>Away team always had the disadvantage</a:t>
            </a:r>
            <a:r>
              <a:rPr lang="en-US" dirty="0"/>
              <a:t>, which increased with further distances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u="sng" dirty="0"/>
              <a:t>Home teams that rested more increased the disadvantage</a:t>
            </a:r>
            <a:r>
              <a:rPr lang="en-US" dirty="0"/>
              <a:t>, whereas time rested for away teams had less of an effect.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u="sng" dirty="0"/>
              <a:t>Models did not predict win/loss consistently</a:t>
            </a:r>
            <a:r>
              <a:rPr lang="en-US" dirty="0"/>
              <a:t>, further data and analysis should be done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should be factors included in </a:t>
            </a:r>
            <a:r>
              <a:rPr lang="en-US" u="sng" dirty="0"/>
              <a:t>future strength of schedule models</a:t>
            </a:r>
          </a:p>
        </p:txBody>
      </p:sp>
    </p:spTree>
    <p:extLst>
      <p:ext uri="{BB962C8B-B14F-4D97-AF65-F5344CB8AC3E}">
        <p14:creationId xmlns:p14="http://schemas.microsoft.com/office/powerpoint/2010/main" val="1489384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142</TotalTime>
  <Words>297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Retrospect</vt:lpstr>
      <vt:lpstr>Collegiate Basketball Strength of Schedule Analysis on Time Rested and Distance Traveled</vt:lpstr>
      <vt:lpstr>Total Distance Traveled and Time Rested Proved to be Significant Factors on Basketball Performance</vt:lpstr>
      <vt:lpstr>Distance Traveled and Home Team Rest Negatively Impacted Point Margin</vt:lpstr>
      <vt:lpstr>Distance Traveled and Home Team Rest Negatively Impacted Turnover Ratio</vt:lpstr>
      <vt:lpstr>Distance Traveled  Negatively Impacted Field Goal Percentage </vt:lpstr>
      <vt:lpstr>Away Team Struggled to Shoot Over 50% and Home Team Rest Continued to Negatively Impact Percentage </vt:lpstr>
      <vt:lpstr>Distance Traveled Negatively Impacted Number of Personal Fouls</vt:lpstr>
      <vt:lpstr>Effect on Number of Personal Fouls by Time Rested was Unclear and may Need Further Analysis </vt:lpstr>
      <vt:lpstr>Models Produced Significant Results; Incorporating Results Should be Next Step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Collegiate Basketball strength of schedule analysis on rest and Distance traveled</dc:title>
  <dc:creator>Jared Grooms</dc:creator>
  <cp:lastModifiedBy>Jared Grooms</cp:lastModifiedBy>
  <cp:revision>4</cp:revision>
  <dcterms:created xsi:type="dcterms:W3CDTF">2021-11-29T23:40:59Z</dcterms:created>
  <dcterms:modified xsi:type="dcterms:W3CDTF">2021-12-14T02:56:34Z</dcterms:modified>
</cp:coreProperties>
</file>